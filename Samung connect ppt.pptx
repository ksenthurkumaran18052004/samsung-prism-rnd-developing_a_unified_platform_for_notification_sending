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8" r:id="rId5"/>
    <p:sldId id="261" r:id="rId6"/>
    <p:sldId id="259" r:id="rId7"/>
    <p:sldId id="263" r:id="rId8"/>
    <p:sldId id="262" r:id="rId9"/>
    <p:sldId id="260" r:id="rId10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1"/>
            <a:ext cx="11840507" cy="17635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b="1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b="1" dirty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24ST29VIT Developing a Unified Platform for Notification Sending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261" y="977534"/>
            <a:ext cx="1185747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24ST29VIT</a:t>
            </a:r>
          </a:p>
          <a:p>
            <a:r>
              <a:rPr lang="en-IN" sz="2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VIT Vellore</a:t>
            </a:r>
          </a:p>
          <a:p>
            <a:r>
              <a:rPr lang="en-IN" sz="2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Team: K Senthur Kumaran, Sumit Diwedhi, Prajveen Vaishnav, Anushka Jha</a:t>
            </a:r>
          </a:p>
          <a:p>
            <a:r>
              <a:rPr lang="en-IN" sz="2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Mentors</a:t>
            </a:r>
            <a:r>
              <a:rPr lang="en-IN" sz="200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Dr </a:t>
            </a:r>
            <a:r>
              <a:rPr lang="en-IN" sz="2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Parveen Sultana H</a:t>
            </a:r>
            <a:r>
              <a:rPr lang="en-IN" sz="200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, Dr </a:t>
            </a:r>
            <a:r>
              <a:rPr lang="en-IN" sz="20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Prakash G, Mr Subrata Goswami, Mr Shubhamshekhar Kumar</a:t>
            </a:r>
          </a:p>
          <a:p>
            <a:endParaRPr lang="en-IN" sz="20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514826" y="74313"/>
            <a:ext cx="1590135" cy="6041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946258" y="6489192"/>
            <a:ext cx="224574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02-April-2025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14EE5A-A05F-77C2-5DA3-1C484122B001}"/>
              </a:ext>
            </a:extLst>
          </p:cNvPr>
          <p:cNvGrpSpPr/>
          <p:nvPr/>
        </p:nvGrpSpPr>
        <p:grpSpPr>
          <a:xfrm>
            <a:off x="167260" y="2554873"/>
            <a:ext cx="11857477" cy="4490966"/>
            <a:chOff x="150290" y="1723048"/>
            <a:chExt cx="11857477" cy="4498765"/>
          </a:xfrm>
        </p:grpSpPr>
        <p:sp>
          <p:nvSpPr>
            <p:cNvPr id="34" name="Rectangle 33"/>
            <p:cNvSpPr/>
            <p:nvPr/>
          </p:nvSpPr>
          <p:spPr>
            <a:xfrm>
              <a:off x="150290" y="1723048"/>
              <a:ext cx="11840507" cy="39191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3663" lvl="1" algn="ctr"/>
              <a:endParaRPr lang="en-IN" sz="36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64319" y="2874697"/>
              <a:ext cx="306005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3600" b="1" dirty="0">
                  <a:solidFill>
                    <a:srgbClr val="0E4094"/>
                  </a:solidFill>
                  <a:latin typeface="SamsungOne 600C" panose="020B0706030303020204" pitchFamily="34" charset="0"/>
                  <a:ea typeface="SamsungOne 600C" panose="020B0706030303020204" pitchFamily="34" charset="0"/>
                </a:rPr>
                <a:t>KPIs Achieved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AC87AF4-B645-AFF5-0BE4-4E7D7E457E9E}"/>
                </a:ext>
              </a:extLst>
            </p:cNvPr>
            <p:cNvSpPr txBox="1"/>
            <p:nvPr/>
          </p:nvSpPr>
          <p:spPr>
            <a:xfrm>
              <a:off x="5451893" y="1812965"/>
              <a:ext cx="6555874" cy="4408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3663" lvl="1" algn="ctr"/>
              <a:r>
                <a:rPr lang="en-IN" sz="4000" b="1" dirty="0">
                  <a:solidFill>
                    <a:srgbClr val="0E4094"/>
                  </a:solidFill>
                  <a:latin typeface="SamsungOne 600C" panose="020B0706030303020204" pitchFamily="34" charset="0"/>
                  <a:ea typeface="SamsungOne 600C" panose="020B0706030303020204" pitchFamily="34" charset="0"/>
                </a:rPr>
                <a:t>Email Notification System  Twilio SMS Integration </a:t>
              </a:r>
            </a:p>
            <a:p>
              <a:pPr marL="93663" lvl="1" algn="ctr"/>
              <a:r>
                <a:rPr lang="en-IN" sz="4000" b="1" dirty="0">
                  <a:solidFill>
                    <a:srgbClr val="0E4094"/>
                  </a:solidFill>
                  <a:latin typeface="SamsungOne 600C" panose="020B0706030303020204" pitchFamily="34" charset="0"/>
                  <a:ea typeface="SamsungOne 600C" panose="020B0706030303020204" pitchFamily="34" charset="0"/>
                </a:rPr>
                <a:t>Telegram Bot Integration</a:t>
              </a:r>
            </a:p>
            <a:p>
              <a:pPr marL="93663" lvl="1" algn="ctr"/>
              <a:r>
                <a:rPr lang="en-IN" sz="4000" b="1" dirty="0">
                  <a:solidFill>
                    <a:srgbClr val="0E4094"/>
                  </a:solidFill>
                  <a:latin typeface="SamsungOne 600C" panose="020B0706030303020204" pitchFamily="34" charset="0"/>
                  <a:ea typeface="SamsungOne 600C" panose="020B0706030303020204" pitchFamily="34" charset="0"/>
                </a:rPr>
                <a:t> SDK Development Using Java Spring Boot</a:t>
              </a:r>
            </a:p>
            <a:p>
              <a:pPr marL="93663" lvl="1" algn="ctr"/>
              <a:r>
                <a:rPr lang="en-IN" sz="4000" b="1" dirty="0">
                  <a:solidFill>
                    <a:srgbClr val="0E4094"/>
                  </a:solidFill>
                  <a:latin typeface="SamsungOne 600C" panose="020B0706030303020204" pitchFamily="34" charset="0"/>
                  <a:ea typeface="SamsungOne 600C" panose="020B0706030303020204" pitchFamily="34" charset="0"/>
                </a:rPr>
                <a:t>Research Paper Drafted</a:t>
              </a:r>
            </a:p>
            <a:p>
              <a:pPr algn="ctr"/>
              <a:endParaRPr lang="en-US" sz="4000" dirty="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834D06B-039B-44B6-518F-533FE6662C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7026" y="3194032"/>
              <a:ext cx="694867" cy="653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Twilio Logo &amp; Brand Assets (SVG, PNG and vector) - Brandfetch">
              <a:extLst>
                <a:ext uri="{FF2B5EF4-FFF2-40B4-BE49-F238E27FC236}">
                  <a16:creationId xmlns:a16="http://schemas.microsoft.com/office/drawing/2014/main" id="{E8833141-C79C-6F46-677F-90019FAB7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7027" y="2508391"/>
              <a:ext cx="694868" cy="653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Gmail logo on transparent white background 13948544 Vector ...">
              <a:extLst>
                <a:ext uri="{FF2B5EF4-FFF2-40B4-BE49-F238E27FC236}">
                  <a16:creationId xmlns:a16="http://schemas.microsoft.com/office/drawing/2014/main" id="{789A82B3-564A-995C-80C2-C14E1B1BD6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7026" y="1822749"/>
              <a:ext cx="694869" cy="653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Wrenches Logo Stock Illustrations – 641 ...">
            <a:extLst>
              <a:ext uri="{FF2B5EF4-FFF2-40B4-BE49-F238E27FC236}">
                <a16:creationId xmlns:a16="http://schemas.microsoft.com/office/drawing/2014/main" id="{7E795E53-7386-17AE-F046-52D2868C1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996" y="4711460"/>
            <a:ext cx="694867" cy="69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EEF99C37-A51B-6078-F49D-9A4F2348B5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4230" y="54616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B11A-9CD2-B640-6822-C677E0EF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705B1C4-B3F7-5D7B-2E7F-27A69738C816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F677B-78EC-2EF2-327B-0BB91FB64174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24ST29VIT Developing a Unified Platform for Notification Sending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21D501-0F93-1596-2C19-0647469A8190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808B365-1C7D-2298-249B-94775A4220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276797" y="115380"/>
            <a:ext cx="1718128" cy="652808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275616" y="869979"/>
            <a:ext cx="3816125" cy="5882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Email Notification System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✅ </a:t>
            </a: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SMTP Server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 –</a:t>
            </a: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 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Runs the Postfix mail server inside Docker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✅ </a:t>
            </a: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Send from Any Domain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 – Supports custom sender domains.</a:t>
            </a:r>
            <a:b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</a:b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✅ </a:t>
            </a: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Encryption &amp; Secure SMTP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 – DKIM, SPF, and DMARC, TLP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30385-96BD-6989-134B-D4C3A3357FFA}"/>
              </a:ext>
            </a:extLst>
          </p:cNvPr>
          <p:cNvSpPr/>
          <p:nvPr/>
        </p:nvSpPr>
        <p:spPr>
          <a:xfrm>
            <a:off x="4252608" y="869980"/>
            <a:ext cx="3816125" cy="2883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 Twilio SMS Integration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✅ Automated SMS Sending </a:t>
            </a:r>
            <a:b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</a:b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✅ Secure Authentication</a:t>
            </a:r>
            <a:b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</a:b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✅ Delivery Tracking of messages</a:t>
            </a:r>
            <a:endParaRPr lang="en-US" sz="1600" dirty="0">
              <a:solidFill>
                <a:srgbClr val="0E4094"/>
              </a:solidFill>
              <a:latin typeface="SamsungOne 600C" panose="020B0706030303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E3E21-920D-AC84-13C2-55605ABBBA96}"/>
              </a:ext>
            </a:extLst>
          </p:cNvPr>
          <p:cNvSpPr/>
          <p:nvPr/>
        </p:nvSpPr>
        <p:spPr>
          <a:xfrm>
            <a:off x="8178800" y="869980"/>
            <a:ext cx="3816125" cy="2883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 Telegram Bot Integration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✅ Instant Notifications </a:t>
            </a:r>
            <a:r>
              <a:rPr lang="en-US" sz="1600" dirty="0">
                <a:solidFill>
                  <a:srgbClr val="0E4094"/>
                </a:solidFill>
                <a:latin typeface="SamsungOne 600C" panose="020B0706030303020204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✅ Group &amp; Individual Messaging </a:t>
            </a:r>
            <a:r>
              <a:rPr lang="en-US" sz="1600" dirty="0">
                <a:solidFill>
                  <a:srgbClr val="0E4094"/>
                </a:solidFill>
                <a:latin typeface="SamsungOne 600C" panose="020B0706030303020204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E4094"/>
                </a:solidFill>
                <a:latin typeface="SamsungOne 600C" panose="020B0706030303020204"/>
              </a:rPr>
              <a:t>✅ Secure Authentication with Telegram bot token.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906F3D-ECD2-C86C-0634-F2A3AD782E14}"/>
              </a:ext>
            </a:extLst>
          </p:cNvPr>
          <p:cNvSpPr/>
          <p:nvPr/>
        </p:nvSpPr>
        <p:spPr>
          <a:xfrm>
            <a:off x="4252608" y="3855645"/>
            <a:ext cx="7742317" cy="2856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🛠 SDK Development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✅ SDK for Notifications – 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Unified API for Email, SMS, and Telegram.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✅ Plug-and-Play Integration – 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using java Spring Boot.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✅ Docker Containerization</a:t>
            </a:r>
            <a:endParaRPr lang="en-US" sz="2000" dirty="0">
              <a:solidFill>
                <a:srgbClr val="0E4094"/>
              </a:solidFill>
              <a:latin typeface="SamsungOne 600C" panose="020B0706030303020204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E4094"/>
                </a:solidFill>
                <a:latin typeface="SamsungOne 600C" panose="020B0706030303020204"/>
              </a:rPr>
              <a:t>✅ Secure Credential Handling – </a:t>
            </a:r>
            <a:r>
              <a:rPr lang="en-US" sz="2000" dirty="0">
                <a:solidFill>
                  <a:srgbClr val="0E4094"/>
                </a:solidFill>
                <a:latin typeface="SamsungOne 600C" panose="020B0706030303020204"/>
              </a:rPr>
              <a:t>Environment-based authentication.</a:t>
            </a:r>
            <a:endParaRPr lang="en-US" sz="3200" dirty="0">
              <a:solidFill>
                <a:srgbClr val="0E4094"/>
              </a:solidFill>
              <a:latin typeface="SamsungOne 600C" panose="020B0706030303020204"/>
              <a:ea typeface="SamsungOne 600C" panose="020B0706030303020204" pitchFamily="34" charset="0"/>
            </a:endParaRPr>
          </a:p>
        </p:txBody>
      </p:sp>
      <p:pic>
        <p:nvPicPr>
          <p:cNvPr id="2" name="Picture 6" descr="Twilio Logo &amp; Brand Assets (SVG, PNG and vector) - Brandfetch">
            <a:extLst>
              <a:ext uri="{FF2B5EF4-FFF2-40B4-BE49-F238E27FC236}">
                <a16:creationId xmlns:a16="http://schemas.microsoft.com/office/drawing/2014/main" id="{1FC58025-8985-279A-4C93-14A0B439F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131" y="1594657"/>
            <a:ext cx="332841" cy="31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Gmail logo on transparent white background 13948544 Vector ...">
            <a:extLst>
              <a:ext uri="{FF2B5EF4-FFF2-40B4-BE49-F238E27FC236}">
                <a16:creationId xmlns:a16="http://schemas.microsoft.com/office/drawing/2014/main" id="{68F22272-8C55-897D-A400-F99AA08F1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66" y="2252398"/>
            <a:ext cx="453686" cy="42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06937D0-05B1-3A80-1553-5D446727C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55" y="1438297"/>
            <a:ext cx="332842" cy="31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02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837EB6-8E33-9B21-C5C3-D3C775C3145E}"/>
              </a:ext>
            </a:extLst>
          </p:cNvPr>
          <p:cNvSpPr txBox="1">
            <a:spLocks/>
          </p:cNvSpPr>
          <p:nvPr/>
        </p:nvSpPr>
        <p:spPr>
          <a:xfrm>
            <a:off x="1020278" y="0"/>
            <a:ext cx="10395283" cy="586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Email Service Authentication with SPF DKIM and DMARC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24697-4AA3-000F-EC1F-D73537FB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61" y="414992"/>
            <a:ext cx="10321715" cy="644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10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nerated image">
            <a:extLst>
              <a:ext uri="{FF2B5EF4-FFF2-40B4-BE49-F238E27FC236}">
                <a16:creationId xmlns:a16="http://schemas.microsoft.com/office/drawing/2014/main" id="{5DC0948D-0351-2634-7439-137DCD0DB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158" y="709033"/>
            <a:ext cx="7365877" cy="55899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E7C2D-C4FD-8D6D-3423-A60272460507}"/>
              </a:ext>
            </a:extLst>
          </p:cNvPr>
          <p:cNvSpPr txBox="1">
            <a:spLocks/>
          </p:cNvSpPr>
          <p:nvPr/>
        </p:nvSpPr>
        <p:spPr>
          <a:xfrm>
            <a:off x="4255607" y="122437"/>
            <a:ext cx="3352981" cy="586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Model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18476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3E146B-A7F4-F00F-4490-8C77E3B36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607" y="1020761"/>
            <a:ext cx="3132959" cy="55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9C5EF3-A0FE-BAB4-4B33-7CE6CD6F2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801" y="945993"/>
            <a:ext cx="3502142" cy="5650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044D4D-5619-14CC-CDE1-CE6591B45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57" y="1020761"/>
            <a:ext cx="2743200" cy="54404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067159-4E7B-E727-A906-8073F6B62BEA}"/>
              </a:ext>
            </a:extLst>
          </p:cNvPr>
          <p:cNvSpPr txBox="1">
            <a:spLocks/>
          </p:cNvSpPr>
          <p:nvPr/>
        </p:nvSpPr>
        <p:spPr>
          <a:xfrm>
            <a:off x="4255607" y="122437"/>
            <a:ext cx="3352981" cy="586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Model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37499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77BC4-5A0B-FB91-523C-A54AA19D8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0611" y="8626"/>
            <a:ext cx="2656936" cy="58659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Twilio SMS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E866E2D-A1BD-6770-7F23-7A2BDADF63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852" y="425311"/>
            <a:ext cx="2881223" cy="6424063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D21D0E8-5FEC-9BC2-A08B-E34EEABE01EA}"/>
              </a:ext>
            </a:extLst>
          </p:cNvPr>
          <p:cNvSpPr txBox="1">
            <a:spLocks/>
          </p:cNvSpPr>
          <p:nvPr/>
        </p:nvSpPr>
        <p:spPr>
          <a:xfrm>
            <a:off x="8028317" y="-1"/>
            <a:ext cx="2656936" cy="586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Telegram Bot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AE5800-C364-DA27-BAAD-7709330D9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173" y="425309"/>
            <a:ext cx="2881225" cy="6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8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52CD1-58C0-485B-9619-B9EBD43EE18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4827</TotalTime>
  <Words>224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K Sidharth</cp:lastModifiedBy>
  <cp:revision>95</cp:revision>
  <cp:lastPrinted>2019-06-27T12:08:24Z</cp:lastPrinted>
  <dcterms:created xsi:type="dcterms:W3CDTF">2019-04-12T08:37:01Z</dcterms:created>
  <dcterms:modified xsi:type="dcterms:W3CDTF">2025-04-02T09:37:01Z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C:\Users\parina.kolhe\Downloads\MEntor_Feedback\MSRIT\Intelligent Bixby responses using collaborative recommendations_feedback.pptx</vt:lpwstr>
  </property>
  <property fmtid="{D5CDD505-2E9C-101B-9397-08002B2CF9AE}" pid="4" name="ContentTypeId">
    <vt:lpwstr>0x010100168D5616F9BF194488B07F0627BAB481</vt:lpwstr>
  </property>
</Properties>
</file>